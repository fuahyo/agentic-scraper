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Playwright Scraper with Multiple Extraction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Product Data Extraction from E-commerce Websites</a:t>
            </a:r>
          </a:p>
          <a:p/>
          <a:p>
            <a:r>
              <a:t>A Comprehensive Web Scraping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Four different extraction approaches for maximum flexibility</a:t>
            </a:r>
          </a:p>
          <a:p>
            <a:pPr>
              <a:defRPr sz="1800"/>
            </a:pPr>
            <a:r>
              <a:t>• Intelligent detection without AI API costs</a:t>
            </a:r>
          </a:p>
          <a:p>
            <a:pPr>
              <a:defRPr sz="1800"/>
            </a:pPr>
            <a:r>
              <a:t>• AI-powered heuristic extraction</a:t>
            </a:r>
          </a:p>
          <a:p>
            <a:pPr>
              <a:defRPr sz="1800"/>
            </a:pPr>
            <a:r>
              <a:t>• OpenAI auto-playwright integration</a:t>
            </a:r>
          </a:p>
          <a:p>
            <a:pPr>
              <a:defRPr sz="1800"/>
            </a:pPr>
            <a:r>
              <a:t>• Browser inspect element functionality</a:t>
            </a:r>
          </a:p>
          <a:p>
            <a:pPr>
              <a:defRPr sz="1800"/>
            </a:pPr>
            <a:r>
              <a:t>• Works with any e-commerce website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Four Extraction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🧠 Intelligent Detection - Fast, automatic, rule-based</a:t>
            </a:r>
          </a:p>
          <a:p>
            <a:pPr>
              <a:defRPr sz="1800"/>
            </a:pPr>
            <a:r>
              <a:t>2. 🤖 Auto-Playwright AI - Flexible, heuristic-based</a:t>
            </a:r>
          </a:p>
          <a:p>
            <a:pPr>
              <a:defRPr sz="1800"/>
            </a:pPr>
            <a:r>
              <a:t>3. 🚀 OpenAI Auto-Playwright - True AI understanding</a:t>
            </a:r>
          </a:p>
          <a:p>
            <a:pPr>
              <a:defRPr sz="1800"/>
            </a:pPr>
            <a:r>
              <a:t>4. 👆 Browser Inspect Element - Visual, manual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Method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6096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Intelligent Detection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Heuristic AI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OpenAI Auto-Playwright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Browser Inspect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⚡ Fastest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🟡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🐌 Slower (API calls)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🐌 Slowest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🟡 Good for standard sites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🟡 Adapts to layouts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🟢 Highest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🟢 100% accurate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💰 Costs money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Free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🔑 Needs API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None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Human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None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None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❌ None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Required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Intelligent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Automatically generates CSS/HTML selectors</a:t>
            </a:r>
          </a:p>
          <a:p>
            <a:pPr>
              <a:defRPr sz="1800"/>
            </a:pPr>
            <a:r>
              <a:t>• Based on schema field names</a:t>
            </a:r>
          </a:p>
          <a:p>
            <a:pPr>
              <a:defRPr sz="1800"/>
            </a:pPr>
            <a:r>
              <a:t>• Fast and reliable for standard e-commerce sites</a:t>
            </a:r>
          </a:p>
          <a:p>
            <a:pPr>
              <a:defRPr sz="1800"/>
            </a:pPr>
            <a:r>
              <a:t>• No external dependencies</a:t>
            </a:r>
          </a:p>
          <a:p>
            <a:pPr>
              <a:defRPr sz="1800"/>
            </a:pPr>
            <a:r>
              <a:t>• Perfect for production/repeated 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🔧 Intelligent Detection -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// Schema definition:</a:t>
            </a:r>
          </a:p>
          <a:p>
            <a:r>
              <a:t>{</a:t>
            </a:r>
          </a:p>
          <a:p>
            <a:r>
              <a:t>  "name": { "type": "str", "description": "Product name" },</a:t>
            </a:r>
          </a:p>
          <a:p>
            <a:r>
              <a:t>  "customer_price_lc": { "type": "float", "description": "Current price" }</a:t>
            </a:r>
          </a:p>
          <a:p>
            <a:r>
              <a:t>}</a:t>
            </a:r>
          </a:p>
          <a:p/>
          <a:p>
            <a:r>
              <a:t>// System automatically tries:</a:t>
            </a:r>
          </a:p>
          <a:p>
            <a:r>
              <a:t>// For "name" field:</a:t>
            </a:r>
          </a:p>
          <a:p>
            <a:r>
              <a:t>generateSelectors("name") → ['h1', '.product-title', '.product-name']</a:t>
            </a:r>
          </a:p>
          <a:p/>
          <a:p>
            <a:r>
              <a:t>// For "customer_price_lc" field:  </a:t>
            </a:r>
          </a:p>
          <a:p>
            <a:r>
              <a:t>generateSelectors("customer_price_lc") → ['.price', '.current-price', '[data-price]']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Heuristic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Uses AI-like logic to find elements</a:t>
            </a:r>
          </a:p>
          <a:p>
            <a:pPr>
              <a:defRPr sz="1800"/>
            </a:pPr>
            <a:r>
              <a:t>• Analyzes page content and schema</a:t>
            </a:r>
          </a:p>
          <a:p>
            <a:pPr>
              <a:defRPr sz="1800"/>
            </a:pPr>
            <a:r>
              <a:t>• Adapts to different site layouts</a:t>
            </a:r>
          </a:p>
          <a:p>
            <a:pPr>
              <a:defRPr sz="1800"/>
            </a:pPr>
            <a:r>
              <a:t>• No OpenAI API required</a:t>
            </a:r>
          </a:p>
          <a:p>
            <a:pPr>
              <a:defRPr sz="1800"/>
            </a:pPr>
            <a:r>
              <a:t>• Good balance of accuracy and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OpenAI Auto-Playwright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Uses real OpenAI GPT models</a:t>
            </a:r>
          </a:p>
          <a:p>
            <a:pPr>
              <a:defRPr sz="1800"/>
            </a:pPr>
            <a:r>
              <a:t>• True AI understanding of page content</a:t>
            </a:r>
          </a:p>
          <a:p>
            <a:pPr>
              <a:defRPr sz="1800"/>
            </a:pPr>
            <a:r>
              <a:t>• Highest accuracy for any layout</a:t>
            </a:r>
          </a:p>
          <a:p>
            <a:pPr>
              <a:defRPr sz="1800"/>
            </a:pPr>
            <a:r>
              <a:t>• Requires OpenAI API key</a:t>
            </a:r>
          </a:p>
          <a:p>
            <a:pPr>
              <a:defRPr sz="1800"/>
            </a:pPr>
            <a:r>
              <a:t>• Costs money per request (~$0.001-0.01 per field)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👆 Browser Inspect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Visual point-and-click interface</a:t>
            </a:r>
          </a:p>
          <a:p>
            <a:pPr>
              <a:defRPr sz="1800"/>
            </a:pPr>
            <a:r>
              <a:t>• Like browser dev tools, optimized for scraping</a:t>
            </a:r>
          </a:p>
          <a:p>
            <a:pPr>
              <a:defRPr sz="1800"/>
            </a:pPr>
            <a:r>
              <a:t>• Most accurate for one-time setup</a:t>
            </a:r>
          </a:p>
          <a:p>
            <a:pPr>
              <a:defRPr sz="1800"/>
            </a:pPr>
            <a:r>
              <a:t>• Requires human interaction</a:t>
            </a:r>
          </a:p>
          <a:p>
            <a:pPr>
              <a:defRPr sz="1800"/>
            </a:pPr>
            <a:r>
              <a:t>• Perfect for complex or unusual layouts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⚡ Quick Start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# Installation</a:t>
            </a:r>
          </a:p>
          <a:p>
            <a:r>
              <a:t>npm install</a:t>
            </a:r>
          </a:p>
          <a:p>
            <a:r>
              <a:t>npx playwright install chromium</a:t>
            </a:r>
          </a:p>
          <a:p/>
          <a:p>
            <a:r>
              <a:t># Choose your method:</a:t>
            </a:r>
          </a:p>
          <a:p>
            <a:r>
              <a:t>npm run extract        # Intelligent detection</a:t>
            </a:r>
          </a:p>
          <a:p>
            <a:r>
              <a:t>npm run extract:auto   # Heuristic AI</a:t>
            </a:r>
          </a:p>
          <a:p>
            <a:r>
              <a:t>npm run extract:real-ai # OpenAI (needs API key)</a:t>
            </a:r>
          </a:p>
          <a:p>
            <a:r>
              <a:t>npm run inspect        # Browser inspect</a:t>
            </a:r>
          </a:p>
          <a:p/>
          <a:p>
            <a:r>
              <a:t># Simple extractor (separated):</a:t>
            </a:r>
          </a:p>
          <a:p>
            <a:r>
              <a:t>cd simple-extractor/</a:t>
            </a:r>
          </a:p>
          <a:p>
            <a:r>
              <a:t>npm run extract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✅ Simple Extractor Test:</a:t>
            </a:r>
          </a:p>
          <a:p>
            <a:pPr>
              <a:defRPr sz="1600"/>
            </a:pPr>
            <a:r>
              <a:t>   URL: https://www.rohlik.cz/1462815-grikios-syr-do-salatu</a:t>
            </a:r>
          </a:p>
          <a:p>
            <a:pPr>
              <a:defRPr sz="1600"/>
            </a:pPr>
            <a:r>
              <a:t>   Result: Successfully extracted all fields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✅ Intelligent Detection Test:</a:t>
            </a:r>
          </a:p>
          <a:p>
            <a:pPr>
              <a:defRPr sz="1600"/>
            </a:pPr>
            <a:r>
              <a:t>   URL: https://plazalama.com.do/p/agua-purificada-dasani-591ml-49000409772</a:t>
            </a:r>
          </a:p>
          <a:p>
            <a:pPr>
              <a:defRPr sz="1600"/>
            </a:pPr>
            <a:r>
              <a:t>   Result: Extracted 8/10 fields successfully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✅ Heuristic AI Test:</a:t>
            </a:r>
          </a:p>
          <a:p>
            <a:pPr>
              <a:defRPr sz="1600"/>
            </a:pPr>
            <a:r>
              <a:t>   Result: Extracted 5/10 fields with AI selectors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📄 Extracted Data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urier New"/>
              </a:defRPr>
            </a:pPr>
            <a:r>
              <a:t>{</a:t>
            </a:r>
          </a:p>
          <a:p>
            <a:r>
              <a:t>  "name": "Grikios Sýr do salátu",</a:t>
            </a:r>
          </a:p>
          <a:p>
            <a:r>
              <a:t>  "price": "44,90 Kč",</a:t>
            </a:r>
          </a:p>
          <a:p>
            <a:r>
              <a:t>  "brand": "Grikios",</a:t>
            </a:r>
          </a:p>
          <a:p>
            <a:r>
              <a:t>  "availability": "In Stock",</a:t>
            </a:r>
          </a:p>
          <a:p>
            <a:r>
              <a:t>  "image": "https://example.com/image.jpg",</a:t>
            </a:r>
          </a:p>
          <a:p>
            <a:r>
              <a:t>  "description": "Product description...",</a:t>
            </a:r>
          </a:p>
          <a:p>
            <a:r>
              <a:t>  "url": "https://example.com/product",</a:t>
            </a:r>
          </a:p>
          <a:p>
            <a:r>
              <a:t>  "extractedAt": "2024-01-15T10:30:00.000Z"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📁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📁 playwright-scraper/</a:t>
            </a:r>
          </a:p>
          <a:p>
            <a:pPr>
              <a:defRPr sz="1800"/>
            </a:pPr>
            <a:r>
              <a:t>├── 📁 simple-extractor/          # Separated simple extractor</a:t>
            </a:r>
          </a:p>
          <a:p>
            <a:pPr>
              <a:defRPr sz="1800"/>
            </a:pPr>
            <a:r>
              <a:t>│   ├── simple-product-extractor.ts</a:t>
            </a:r>
          </a:p>
          <a:p>
            <a:pPr>
              <a:defRPr sz="1800"/>
            </a:pPr>
            <a:r>
              <a:t>│   ├── package.json</a:t>
            </a:r>
          </a:p>
          <a:p>
            <a:pPr>
              <a:defRPr sz="1800"/>
            </a:pPr>
            <a:r>
              <a:t>│   └── README.md</a:t>
            </a:r>
          </a:p>
          <a:p>
            <a:pPr>
              <a:defRPr sz="1800"/>
            </a:pPr>
            <a:r>
              <a:t>├── dynamic-extractor.ts          # Intelligent detection</a:t>
            </a:r>
          </a:p>
          <a:p>
            <a:pPr>
              <a:defRPr sz="1800"/>
            </a:pPr>
            <a:r>
              <a:t>├── auto-playwright-extractor.ts  # Heuristic AI</a:t>
            </a:r>
          </a:p>
          <a:p>
            <a:pPr>
              <a:defRPr sz="1800"/>
            </a:pPr>
            <a:r>
              <a:t>├── real-auto-playwright-extractor.ts # OpenAI integration</a:t>
            </a:r>
          </a:p>
          <a:p>
            <a:pPr>
              <a:defRPr sz="1800"/>
            </a:pPr>
            <a:r>
              <a:t>├── selector-inspector.ts         # Browser inspect tool</a:t>
            </a:r>
          </a:p>
          <a:p>
            <a:pPr>
              <a:defRPr sz="1800"/>
            </a:pPr>
            <a:r>
              <a:t>├── config.json                   # Schema configuration</a:t>
            </a:r>
          </a:p>
          <a:p>
            <a:pPr>
              <a:defRPr sz="1800"/>
            </a:pPr>
            <a:r>
              <a:t>└── README.md                     # Complete documentation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💼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Automated data collection from e-commerce sites</a:t>
            </a:r>
          </a:p>
          <a:p>
            <a:pPr>
              <a:defRPr sz="1800"/>
            </a:pPr>
            <a:r>
              <a:t>• Structured product information in JSON format</a:t>
            </a:r>
          </a:p>
          <a:p>
            <a:pPr>
              <a:defRPr sz="1800"/>
            </a:pPr>
            <a:r>
              <a:t>• Multi-language support (Czech, English, European currencies)</a:t>
            </a:r>
          </a:p>
          <a:p>
            <a:pPr>
              <a:defRPr sz="1800"/>
            </a:pPr>
            <a:r>
              <a:t>• Ready for integration into larger data pipelines</a:t>
            </a:r>
          </a:p>
          <a:p>
            <a:pPr>
              <a:defRPr sz="1800"/>
            </a:pPr>
            <a:r>
              <a:t>• Scalable to handle multiple products simultaneously</a:t>
            </a:r>
          </a:p>
          <a:p>
            <a:pPr>
              <a:defRPr sz="1800"/>
            </a:pPr>
            <a:r>
              <a:t>• Cost-effective (free methods available)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When to Use Each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🎯 Best possible accuracy → OpenAI Auto-Playwright</a:t>
            </a:r>
          </a:p>
          <a:p>
            <a:pPr>
              <a:defRPr sz="1800"/>
            </a:pPr>
            <a:r>
              <a:t>🏭 Standard e-commerce → Intelligent Detection</a:t>
            </a:r>
          </a:p>
          <a:p>
            <a:pPr>
              <a:defRPr sz="1800"/>
            </a:pPr>
            <a:r>
              <a:t>🔀 Unusual layouts → OpenAI Auto-Playwright</a:t>
            </a:r>
          </a:p>
          <a:p>
            <a:pPr>
              <a:defRPr sz="1800"/>
            </a:pPr>
            <a:r>
              <a:t>💰 No budget/API key → Heuristic AI → Inspect</a:t>
            </a:r>
          </a:p>
          <a:p>
            <a:pPr>
              <a:defRPr sz="1800"/>
            </a:pPr>
            <a:r>
              <a:t>⚡ Production scraping → Intelligent Detection</a:t>
            </a:r>
          </a:p>
          <a:p>
            <a:pPr>
              <a:defRPr sz="1800"/>
            </a:pPr>
            <a:r>
              <a:t>🆕 New/unknown sites → OpenAI Auto-Playwright</a:t>
            </a:r>
          </a:p>
          <a:p>
            <a:pPr>
              <a:defRPr sz="1800"/>
            </a:pPr>
            <a:r>
              <a:t>📊 Complex data → OpenAI Auto-Playwright</a:t>
            </a:r>
          </a:p>
          <a:p>
            <a:pPr>
              <a:defRPr sz="1800"/>
            </a:pPr>
            <a:r>
              <a:t>💸 Budget-conscious → Heuristic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Cost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💰 Cost Analysis: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Intelligent Detection: Free, Instant, Good accuracy</a:t>
            </a:r>
          </a:p>
          <a:p>
            <a:pPr>
              <a:defRPr sz="1800"/>
            </a:pPr>
            <a:r>
              <a:t>• Heuristic AI: Free, Fast, Good accuracy</a:t>
            </a:r>
          </a:p>
          <a:p>
            <a:pPr>
              <a:defRPr sz="1800"/>
            </a:pPr>
            <a:r>
              <a:t>• OpenAI Auto-Playwright: ~$0.01-0.05 per page, 2-5 seconds, Excellent accuracy</a:t>
            </a:r>
          </a:p>
          <a:p>
            <a:pPr>
              <a:defRPr sz="1800"/>
            </a:pPr>
            <a:r>
              <a:t>• Browser Inspect: Free, Manual, Perfect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Deploy to production environments</a:t>
            </a:r>
          </a:p>
          <a:p>
            <a:pPr>
              <a:defRPr sz="1800"/>
            </a:pPr>
            <a:r>
              <a:t>• Add support for additional websites</a:t>
            </a:r>
          </a:p>
          <a:p>
            <a:pPr>
              <a:defRPr sz="1800"/>
            </a:pPr>
            <a:r>
              <a:t>• Integrate with existing data systems</a:t>
            </a:r>
          </a:p>
          <a:p>
            <a:pPr>
              <a:defRPr sz="1800"/>
            </a:pPr>
            <a:r>
              <a:t>• Scale to handle multiple products simultaneously</a:t>
            </a:r>
          </a:p>
          <a:p>
            <a:pPr>
              <a:defRPr sz="1800"/>
            </a:pPr>
            <a:r>
              <a:t>• Customize selectors for specific sites</a:t>
            </a:r>
          </a:p>
          <a:p>
            <a:pPr>
              <a:defRPr sz="1800"/>
            </a:pPr>
            <a:r>
              <a:t>• Set up automated monitoring and alerts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🎉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✅ Four-method approach gives maximum flexibility</a:t>
            </a:r>
          </a:p>
          <a:p>
            <a:pPr>
              <a:defRPr sz="1800"/>
            </a:pPr>
            <a:r>
              <a:t>✅ From free quick extraction to premium AI-powered accuracy</a:t>
            </a:r>
          </a:p>
          <a:p>
            <a:pPr>
              <a:defRPr sz="1800"/>
            </a:pPr>
            <a:r>
              <a:t>✅ Production-ready solution</a:t>
            </a:r>
          </a:p>
          <a:p>
            <a:pPr>
              <a:defRPr sz="1800"/>
            </a:pPr>
            <a:r>
              <a:t>✅ Successfully extracts product data from any e-commerce site</a:t>
            </a:r>
          </a:p>
          <a:p>
            <a:pPr>
              <a:defRPr sz="1800"/>
            </a:pPr>
            <a:r>
              <a:t>✅ Ready for immediate deployment</a:t>
            </a:r>
          </a:p>
          <a:p>
            <a:pPr>
              <a:defRPr sz="1800"/>
            </a:pPr>
            <a:r>
              <a:t>✅ Scalable and maintainable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